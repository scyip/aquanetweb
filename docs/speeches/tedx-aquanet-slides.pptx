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AQUANET · 水眸     ·     TEDx TALK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你不看，水就消失了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6E6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don’t look at, disappears.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Joey Yip · 叶承祖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· AquaNet 水眸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I.  开场  ·  OPENING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AQUANET-WATER.ORG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I.  开场  ·  OPENING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7286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walk past things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are sick?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 ·  PARK LANE HARBOUR · 小径湾 · 惠州 HUIZHOU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II.  问题重述  ·  THE PROBLEM REFRAMED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million people.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6E6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number of monitoring stations.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072865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深圳 · SHENZHEN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 water near you — the creek behind your apartment,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pond next to your school — is invisible. Nobody is looking.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OFFICIAL MONITORING COVERAGE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II.  问题重述  ·  THE PROBLEM REFRAMED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don’t have a science problem.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an attention problem.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III.  我在建什么  ·  WHAT I’M BUILDING</a:t>
            </a:r>
            <a:endParaRPr lang="en-US" sz="900" dirty="0"/>
          </a:p>
        </p:txBody>
      </p:sp>
      <p:pic>
        <p:nvPicPr>
          <p:cNvPr id="3" name="Image 0" descr="/Users/joeyyip/Documents/AquaNet 水眸/AquaNet/docs/hardware/renders/buoy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36815" y="1097280"/>
            <a:ext cx="402336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水眸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AquaNet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E6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eye of the water.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DIAMETER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24028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 280 mm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40280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~$80 USD in parts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480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24028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ESP32-S3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40280" y="4846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· pH · turbidity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5212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40280" y="5212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+ 18650 + WiFi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5577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240280" y="5577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 ·  BUOY v1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III.  我在建什么  ·  WHAT I’M BUILDING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145640" y="1051560"/>
            <a:ext cx="7900416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/tmp/aquanet-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45640" y="1051560"/>
            <a:ext cx="7900416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5640" y="6126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aquanet-water.org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23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4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LIVE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 ·  PUBLIC ARCHIVE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IV.  两段距离  ·  TWO DISTANCES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water you don’t look at,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disappears.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你不看，水就消失了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  收束  · 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deserves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seen.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谢谢大家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5989320"/>
            <a:ext cx="11094415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AQUANET · 水眸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56655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aquanet-water.org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你不看，水就消失了 — TEDx AquaNet</dc:title>
  <dc:subject>PptxGenJS Presentation</dc:subject>
  <dc:creator>Joey Yip · 叶承祖</dc:creator>
  <cp:lastModifiedBy>Joey Yip · 叶承祖</cp:lastModifiedBy>
  <cp:revision>1</cp:revision>
  <dcterms:created xsi:type="dcterms:W3CDTF">2026-05-25T12:15:02Z</dcterms:created>
  <dcterms:modified xsi:type="dcterms:W3CDTF">2026-05-25T12:15:02Z</dcterms:modified>
</cp:coreProperties>
</file>